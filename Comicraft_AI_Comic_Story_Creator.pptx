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07040" y="320040"/>
            <a:ext cx="320040" cy="320040"/>
          </a:xfrm>
          <a:prstGeom prst="ellipse">
            <a:avLst/>
          </a:prstGeom>
          <a:solidFill>
            <a:srgbClr val="F05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09960" y="594360"/>
            <a:ext cx="228600" cy="228600"/>
          </a:xfrm>
          <a:prstGeom prst="ellipse">
            <a:avLst/>
          </a:prstGeom>
          <a:solidFill>
            <a:srgbClr val="F05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35640" y="960120"/>
            <a:ext cx="182880" cy="182880"/>
          </a:xfrm>
          <a:prstGeom prst="ellipse">
            <a:avLst/>
          </a:prstGeom>
          <a:solidFill>
            <a:srgbClr val="F05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12355"/>
                </a:solidFill>
              </a:defRPr>
            </a:pPr>
            <a:r>
              <a:t>COMICRAFT – AI Comic Story Creator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07008"/>
            <a:ext cx="1371600" cy="82296"/>
          </a:xfrm>
          <a:prstGeom prst="rect">
            <a:avLst/>
          </a:prstGeom>
          <a:solidFill>
            <a:srgbClr val="F05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72768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900" b="1">
                <a:solidFill>
                  <a:srgbClr val="2D2D2D"/>
                </a:solidFill>
              </a:defRPr>
            </a:pPr>
            <a:r>
              <a:t>Using Gemini Models</a:t>
            </a:r>
          </a:p>
          <a:p>
            <a:pPr>
              <a:spcAft>
                <a:spcPts val="1400"/>
              </a:spcAft>
              <a:defRPr sz="2300">
                <a:solidFill>
                  <a:srgbClr val="2D2D2D"/>
                </a:solidFill>
              </a:defRPr>
            </a:pPr>
            <a:r>
              <a:t>An AI-powered platform for creating comic stories</a:t>
            </a:r>
          </a:p>
          <a:p>
            <a:pPr>
              <a:spcAft>
                <a:spcPts val="1400"/>
              </a:spcAft>
              <a:defRPr sz="2300">
                <a:solidFill>
                  <a:srgbClr val="2D2D2D"/>
                </a:solidFill>
              </a:defRPr>
            </a:pPr>
            <a:r>
              <a:t>Team Leader: M. Srireeka</a:t>
            </a:r>
          </a:p>
          <a:p>
            <a:pPr>
              <a:spcAft>
                <a:spcPts val="1400"/>
              </a:spcAft>
              <a:defRPr sz="2300">
                <a:solidFill>
                  <a:srgbClr val="2D2D2D"/>
                </a:solidFill>
              </a:defRPr>
            </a:pPr>
            <a:r>
              <a:t>Team Members: S.S Tarshan, R. Tamilarasan, S. Suits, R. Thulasidharan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12355"/>
                </a:solidFill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371600" cy="82296"/>
          </a:xfrm>
          <a:prstGeom prst="rect">
            <a:avLst/>
          </a:prstGeom>
          <a:solidFill>
            <a:srgbClr val="F05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• Creating a complete comic story requires time, creativity, and planning.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• Beginners may find it difficult to develop characters, dialogue, scenes, and story flow.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• Traditional comic creation often requires multiple creative tools and skills.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• Comicraft aims to simplify the story-development process using generative 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12355"/>
                </a:solidFill>
              </a:defRPr>
            </a:pPr>
            <a:r>
              <a:t>Proposed Solution – Comicraft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371600" cy="82296"/>
          </a:xfrm>
          <a:prstGeom prst="rect">
            <a:avLst/>
          </a:prstGeom>
          <a:solidFill>
            <a:srgbClr val="F05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• An AI-powered comic story creation assistant.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• Users provide a theme, idea, characters, genre, or short story concept.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• Gemini models help generate story plots, scenes, characters, and dialogues.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• The generated content is organized into comic-style panels.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• Users can edit and refine the generated 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12355"/>
                </a:solidFill>
              </a:defRPr>
            </a:pPr>
            <a:r>
              <a:t>How Comicraft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371600" cy="82296"/>
          </a:xfrm>
          <a:prstGeom prst="rect">
            <a:avLst/>
          </a:prstGeom>
          <a:solidFill>
            <a:srgbClr val="F05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1. User enters a comic idea or selects a theme.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2. Comicraft collects characters, genre, mood, and story preferences.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3. The input is converted into a structured prompt.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4. Gemini model generates the story and dialogue.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5. The story is divided into scenes/panels.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6. User reviews, edits, and finalizes the comic 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12355"/>
                </a:solidFill>
              </a:defRPr>
            </a:pPr>
            <a:r>
              <a:t>Technology &amp; 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371600" cy="82296"/>
          </a:xfrm>
          <a:prstGeom prst="rect">
            <a:avLst/>
          </a:prstGeom>
          <a:solidFill>
            <a:srgbClr val="F05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• Gemini Models – AI-powered story and dialogue generation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• Frontend – Simple and interactive comic-creation interface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• Backend – Handles prompts, user inputs, and AI responses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• Character and plot generation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• Scene and dialogue creation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• Comic-panel story organization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• Future scope: image generation, voice narration, templates, and comic 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12355"/>
                </a:solidFill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371600" cy="82296"/>
          </a:xfrm>
          <a:prstGeom prst="rect">
            <a:avLst/>
          </a:prstGeom>
          <a:solidFill>
            <a:srgbClr val="F05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• Comicraft makes comic-story creation easier with generative AI.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• Gemini models help transform simple ideas into structured comic narratives.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• The project can support students, beginners, writers, and creative users.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• Future enhancements can make the platform more interactive and visually rich.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Thank You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Team: M. Srireeka | S.S Tarshan | R. Tamilarasan | S. Suits | R. Thulasidharan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